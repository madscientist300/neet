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7462500" cy="97536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7475203" cy="9753600"/>
          </a:xfrm>
          <a:custGeom>
            <a:avLst/>
            <a:gdLst/>
            <a:ahLst/>
            <a:cxnLst/>
            <a:rect r="r" b="b" t="t" l="l"/>
            <a:pathLst>
              <a:path h="9753600" w="17475203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54548" y="9391126"/>
            <a:ext cx="2230180" cy="314849"/>
          </a:xfrm>
          <a:custGeom>
            <a:avLst/>
            <a:gdLst/>
            <a:ahLst/>
            <a:cxnLst/>
            <a:rect r="r" b="b" t="t" l="l"/>
            <a:pathLst>
              <a:path h="314849" w="2230180">
                <a:moveTo>
                  <a:pt x="0" y="0"/>
                </a:moveTo>
                <a:lnTo>
                  <a:pt x="2230180" y="0"/>
                </a:lnTo>
                <a:lnTo>
                  <a:pt x="2230180" y="314849"/>
                </a:lnTo>
                <a:lnTo>
                  <a:pt x="0" y="3148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7475203" cy="9753600"/>
          </a:xfrm>
          <a:custGeom>
            <a:avLst/>
            <a:gdLst/>
            <a:ahLst/>
            <a:cxnLst/>
            <a:rect r="r" b="b" t="t" l="l"/>
            <a:pathLst>
              <a:path h="9753600" w="17475203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54548" y="9391126"/>
            <a:ext cx="2230180" cy="314849"/>
          </a:xfrm>
          <a:custGeom>
            <a:avLst/>
            <a:gdLst/>
            <a:ahLst/>
            <a:cxnLst/>
            <a:rect r="r" b="b" t="t" l="l"/>
            <a:pathLst>
              <a:path h="314849" w="2230180">
                <a:moveTo>
                  <a:pt x="0" y="0"/>
                </a:moveTo>
                <a:lnTo>
                  <a:pt x="2230180" y="0"/>
                </a:lnTo>
                <a:lnTo>
                  <a:pt x="2230180" y="314849"/>
                </a:lnTo>
                <a:lnTo>
                  <a:pt x="0" y="3148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7475203" cy="9753600"/>
          </a:xfrm>
          <a:custGeom>
            <a:avLst/>
            <a:gdLst/>
            <a:ahLst/>
            <a:cxnLst/>
            <a:rect r="r" b="b" t="t" l="l"/>
            <a:pathLst>
              <a:path h="9753600" w="17475203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54548" y="9391126"/>
            <a:ext cx="2230180" cy="314849"/>
          </a:xfrm>
          <a:custGeom>
            <a:avLst/>
            <a:gdLst/>
            <a:ahLst/>
            <a:cxnLst/>
            <a:rect r="r" b="b" t="t" l="l"/>
            <a:pathLst>
              <a:path h="314849" w="2230180">
                <a:moveTo>
                  <a:pt x="0" y="0"/>
                </a:moveTo>
                <a:lnTo>
                  <a:pt x="2230180" y="0"/>
                </a:lnTo>
                <a:lnTo>
                  <a:pt x="2230180" y="314849"/>
                </a:lnTo>
                <a:lnTo>
                  <a:pt x="0" y="3148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7475203" cy="9753600"/>
          </a:xfrm>
          <a:custGeom>
            <a:avLst/>
            <a:gdLst/>
            <a:ahLst/>
            <a:cxnLst/>
            <a:rect r="r" b="b" t="t" l="l"/>
            <a:pathLst>
              <a:path h="9753600" w="17475203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54548" y="9391126"/>
            <a:ext cx="2230180" cy="314849"/>
          </a:xfrm>
          <a:custGeom>
            <a:avLst/>
            <a:gdLst/>
            <a:ahLst/>
            <a:cxnLst/>
            <a:rect r="r" b="b" t="t" l="l"/>
            <a:pathLst>
              <a:path h="314849" w="2230180">
                <a:moveTo>
                  <a:pt x="0" y="0"/>
                </a:moveTo>
                <a:lnTo>
                  <a:pt x="2230180" y="0"/>
                </a:lnTo>
                <a:lnTo>
                  <a:pt x="2230180" y="314849"/>
                </a:lnTo>
                <a:lnTo>
                  <a:pt x="0" y="3148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7475203" cy="9753600"/>
          </a:xfrm>
          <a:custGeom>
            <a:avLst/>
            <a:gdLst/>
            <a:ahLst/>
            <a:cxnLst/>
            <a:rect r="r" b="b" t="t" l="l"/>
            <a:pathLst>
              <a:path h="9753600" w="17475203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54548" y="9391126"/>
            <a:ext cx="2230180" cy="314849"/>
          </a:xfrm>
          <a:custGeom>
            <a:avLst/>
            <a:gdLst/>
            <a:ahLst/>
            <a:cxnLst/>
            <a:rect r="r" b="b" t="t" l="l"/>
            <a:pathLst>
              <a:path h="314849" w="2230180">
                <a:moveTo>
                  <a:pt x="0" y="0"/>
                </a:moveTo>
                <a:lnTo>
                  <a:pt x="2230180" y="0"/>
                </a:lnTo>
                <a:lnTo>
                  <a:pt x="2230180" y="314849"/>
                </a:lnTo>
                <a:lnTo>
                  <a:pt x="0" y="3148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7475203" cy="9753600"/>
          </a:xfrm>
          <a:custGeom>
            <a:avLst/>
            <a:gdLst/>
            <a:ahLst/>
            <a:cxnLst/>
            <a:rect r="r" b="b" t="t" l="l"/>
            <a:pathLst>
              <a:path h="9753600" w="17475203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54548" y="9391126"/>
            <a:ext cx="2230180" cy="314849"/>
          </a:xfrm>
          <a:custGeom>
            <a:avLst/>
            <a:gdLst/>
            <a:ahLst/>
            <a:cxnLst/>
            <a:rect r="r" b="b" t="t" l="l"/>
            <a:pathLst>
              <a:path h="314849" w="2230180">
                <a:moveTo>
                  <a:pt x="0" y="0"/>
                </a:moveTo>
                <a:lnTo>
                  <a:pt x="2230180" y="0"/>
                </a:lnTo>
                <a:lnTo>
                  <a:pt x="2230180" y="314849"/>
                </a:lnTo>
                <a:lnTo>
                  <a:pt x="0" y="3148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7475203" cy="9753600"/>
          </a:xfrm>
          <a:custGeom>
            <a:avLst/>
            <a:gdLst/>
            <a:ahLst/>
            <a:cxnLst/>
            <a:rect r="r" b="b" t="t" l="l"/>
            <a:pathLst>
              <a:path h="9753600" w="17475203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54548" y="9391126"/>
            <a:ext cx="2230180" cy="314849"/>
          </a:xfrm>
          <a:custGeom>
            <a:avLst/>
            <a:gdLst/>
            <a:ahLst/>
            <a:cxnLst/>
            <a:rect r="r" b="b" t="t" l="l"/>
            <a:pathLst>
              <a:path h="314849" w="2230180">
                <a:moveTo>
                  <a:pt x="0" y="0"/>
                </a:moveTo>
                <a:lnTo>
                  <a:pt x="2230180" y="0"/>
                </a:lnTo>
                <a:lnTo>
                  <a:pt x="2230180" y="314849"/>
                </a:lnTo>
                <a:lnTo>
                  <a:pt x="0" y="3148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8825865" y="4519612"/>
            <a:ext cx="188595" cy="184785"/>
            <a:chOff x="0" y="0"/>
            <a:chExt cx="251460" cy="2463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50604" y="50749"/>
              <a:ext cx="148786" cy="147474"/>
            </a:xfrm>
            <a:custGeom>
              <a:avLst/>
              <a:gdLst/>
              <a:ahLst/>
              <a:cxnLst/>
              <a:rect r="r" b="b" t="t" l="l"/>
              <a:pathLst>
                <a:path h="147474" w="148786">
                  <a:moveTo>
                    <a:pt x="148786" y="52121"/>
                  </a:moveTo>
                  <a:cubicBezTo>
                    <a:pt x="128466" y="133401"/>
                    <a:pt x="119576" y="141021"/>
                    <a:pt x="106876" y="144831"/>
                  </a:cubicBezTo>
                  <a:cubicBezTo>
                    <a:pt x="89096" y="149911"/>
                    <a:pt x="53536" y="147371"/>
                    <a:pt x="35756" y="139751"/>
                  </a:cubicBezTo>
                  <a:cubicBezTo>
                    <a:pt x="24326" y="134671"/>
                    <a:pt x="16706" y="124511"/>
                    <a:pt x="10356" y="114351"/>
                  </a:cubicBezTo>
                  <a:cubicBezTo>
                    <a:pt x="4006" y="104191"/>
                    <a:pt x="-1074" y="92761"/>
                    <a:pt x="196" y="80061"/>
                  </a:cubicBezTo>
                  <a:cubicBezTo>
                    <a:pt x="196" y="61011"/>
                    <a:pt x="15436" y="27991"/>
                    <a:pt x="29406" y="15291"/>
                  </a:cubicBezTo>
                  <a:cubicBezTo>
                    <a:pt x="38296" y="6401"/>
                    <a:pt x="48456" y="1321"/>
                    <a:pt x="62426" y="51"/>
                  </a:cubicBezTo>
                  <a:cubicBezTo>
                    <a:pt x="80206" y="-1219"/>
                    <a:pt x="129736" y="21641"/>
                    <a:pt x="129736" y="21641"/>
                  </a:cubicBezTo>
                </a:path>
              </a:pathLst>
            </a:custGeom>
            <a:solidFill>
              <a:srgbClr val="E7F1F2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8894445" y="4523422"/>
            <a:ext cx="191452" cy="193358"/>
            <a:chOff x="0" y="0"/>
            <a:chExt cx="255270" cy="25781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50641" y="50719"/>
              <a:ext cx="152559" cy="155662"/>
            </a:xfrm>
            <a:custGeom>
              <a:avLst/>
              <a:gdLst/>
              <a:ahLst/>
              <a:cxnLst/>
              <a:rect r="r" b="b" t="t" l="l"/>
              <a:pathLst>
                <a:path h="155662" w="152559">
                  <a:moveTo>
                    <a:pt x="152559" y="78821"/>
                  </a:moveTo>
                  <a:cubicBezTo>
                    <a:pt x="101759" y="153751"/>
                    <a:pt x="67469" y="157561"/>
                    <a:pt x="48419" y="149941"/>
                  </a:cubicBezTo>
                  <a:cubicBezTo>
                    <a:pt x="29369" y="141051"/>
                    <a:pt x="6509" y="115651"/>
                    <a:pt x="2699" y="95331"/>
                  </a:cubicBezTo>
                  <a:cubicBezTo>
                    <a:pt x="-2381" y="73741"/>
                    <a:pt x="6509" y="40721"/>
                    <a:pt x="21749" y="25481"/>
                  </a:cubicBezTo>
                  <a:cubicBezTo>
                    <a:pt x="35719" y="10241"/>
                    <a:pt x="68739" y="81"/>
                    <a:pt x="89059" y="2621"/>
                  </a:cubicBezTo>
                  <a:cubicBezTo>
                    <a:pt x="109379" y="6431"/>
                    <a:pt x="137319" y="26751"/>
                    <a:pt x="146209" y="47071"/>
                  </a:cubicBezTo>
                  <a:cubicBezTo>
                    <a:pt x="155099" y="66121"/>
                    <a:pt x="152559" y="100411"/>
                    <a:pt x="142399" y="118191"/>
                  </a:cubicBezTo>
                  <a:cubicBezTo>
                    <a:pt x="130969" y="135971"/>
                    <a:pt x="100489" y="152481"/>
                    <a:pt x="81439" y="155021"/>
                  </a:cubicBezTo>
                  <a:cubicBezTo>
                    <a:pt x="64929" y="157561"/>
                    <a:pt x="47149" y="152481"/>
                    <a:pt x="34449" y="141051"/>
                  </a:cubicBezTo>
                  <a:cubicBezTo>
                    <a:pt x="17939" y="129621"/>
                    <a:pt x="1429" y="99141"/>
                    <a:pt x="159" y="78821"/>
                  </a:cubicBezTo>
                  <a:cubicBezTo>
                    <a:pt x="-1111" y="61041"/>
                    <a:pt x="5239" y="39451"/>
                    <a:pt x="17939" y="26751"/>
                  </a:cubicBezTo>
                  <a:cubicBezTo>
                    <a:pt x="31909" y="12781"/>
                    <a:pt x="62389" y="-1189"/>
                    <a:pt x="82709" y="81"/>
                  </a:cubicBezTo>
                  <a:cubicBezTo>
                    <a:pt x="100489" y="81"/>
                    <a:pt x="120809" y="10241"/>
                    <a:pt x="132239" y="22941"/>
                  </a:cubicBezTo>
                  <a:cubicBezTo>
                    <a:pt x="143669" y="35641"/>
                    <a:pt x="152559" y="72471"/>
                    <a:pt x="152559" y="72471"/>
                  </a:cubicBezTo>
                </a:path>
              </a:pathLst>
            </a:custGeom>
            <a:solidFill>
              <a:srgbClr val="E7F1F2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8930640" y="4510088"/>
            <a:ext cx="192405" cy="191452"/>
            <a:chOff x="0" y="0"/>
            <a:chExt cx="256540" cy="2552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50038" y="50800"/>
              <a:ext cx="156349" cy="152838"/>
            </a:xfrm>
            <a:custGeom>
              <a:avLst/>
              <a:gdLst/>
              <a:ahLst/>
              <a:cxnLst/>
              <a:rect r="r" b="b" t="t" l="l"/>
              <a:pathLst>
                <a:path h="152838" w="156349">
                  <a:moveTo>
                    <a:pt x="79502" y="0"/>
                  </a:moveTo>
                  <a:cubicBezTo>
                    <a:pt x="154432" y="50800"/>
                    <a:pt x="158242" y="85090"/>
                    <a:pt x="150622" y="105410"/>
                  </a:cubicBezTo>
                  <a:cubicBezTo>
                    <a:pt x="143002" y="124460"/>
                    <a:pt x="116332" y="146050"/>
                    <a:pt x="96012" y="151130"/>
                  </a:cubicBezTo>
                  <a:cubicBezTo>
                    <a:pt x="75692" y="156210"/>
                    <a:pt x="42672" y="146050"/>
                    <a:pt x="27432" y="132080"/>
                  </a:cubicBezTo>
                  <a:cubicBezTo>
                    <a:pt x="12192" y="118110"/>
                    <a:pt x="762" y="85090"/>
                    <a:pt x="4572" y="64770"/>
                  </a:cubicBezTo>
                  <a:cubicBezTo>
                    <a:pt x="7112" y="43180"/>
                    <a:pt x="28702" y="16510"/>
                    <a:pt x="47752" y="7620"/>
                  </a:cubicBezTo>
                  <a:cubicBezTo>
                    <a:pt x="66802" y="-1270"/>
                    <a:pt x="101092" y="0"/>
                    <a:pt x="118872" y="11430"/>
                  </a:cubicBezTo>
                  <a:cubicBezTo>
                    <a:pt x="136652" y="21590"/>
                    <a:pt x="153162" y="53340"/>
                    <a:pt x="155702" y="72390"/>
                  </a:cubicBezTo>
                  <a:cubicBezTo>
                    <a:pt x="158242" y="88900"/>
                    <a:pt x="153162" y="106680"/>
                    <a:pt x="143002" y="119380"/>
                  </a:cubicBezTo>
                  <a:cubicBezTo>
                    <a:pt x="130302" y="134620"/>
                    <a:pt x="99822" y="151130"/>
                    <a:pt x="79502" y="152400"/>
                  </a:cubicBezTo>
                  <a:cubicBezTo>
                    <a:pt x="61722" y="154940"/>
                    <a:pt x="41402" y="146050"/>
                    <a:pt x="28702" y="135890"/>
                  </a:cubicBezTo>
                  <a:cubicBezTo>
                    <a:pt x="14732" y="124460"/>
                    <a:pt x="3302" y="105410"/>
                    <a:pt x="762" y="88900"/>
                  </a:cubicBezTo>
                  <a:cubicBezTo>
                    <a:pt x="-1778" y="72390"/>
                    <a:pt x="2032" y="49530"/>
                    <a:pt x="12192" y="35560"/>
                  </a:cubicBezTo>
                  <a:cubicBezTo>
                    <a:pt x="23622" y="19050"/>
                    <a:pt x="74422" y="0"/>
                    <a:pt x="74422" y="0"/>
                  </a:cubicBezTo>
                </a:path>
              </a:pathLst>
            </a:custGeom>
            <a:solidFill>
              <a:srgbClr val="E7F1F2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8901112" y="4427220"/>
            <a:ext cx="275272" cy="338138"/>
            <a:chOff x="0" y="0"/>
            <a:chExt cx="367030" cy="4508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49254" y="50599"/>
              <a:ext cx="268019" cy="349440"/>
            </a:xfrm>
            <a:custGeom>
              <a:avLst/>
              <a:gdLst/>
              <a:ahLst/>
              <a:cxnLst/>
              <a:rect r="r" b="b" t="t" l="l"/>
              <a:pathLst>
                <a:path h="349440" w="268019">
                  <a:moveTo>
                    <a:pt x="181886" y="236421"/>
                  </a:moveTo>
                  <a:cubicBezTo>
                    <a:pt x="119656" y="311351"/>
                    <a:pt x="110766" y="317701"/>
                    <a:pt x="98066" y="320241"/>
                  </a:cubicBezTo>
                  <a:cubicBezTo>
                    <a:pt x="82826" y="324051"/>
                    <a:pt x="58696" y="322781"/>
                    <a:pt x="42186" y="315161"/>
                  </a:cubicBezTo>
                  <a:cubicBezTo>
                    <a:pt x="26946" y="307541"/>
                    <a:pt x="9166" y="292301"/>
                    <a:pt x="4086" y="274521"/>
                  </a:cubicBezTo>
                  <a:cubicBezTo>
                    <a:pt x="-3534" y="255471"/>
                    <a:pt x="1546" y="224991"/>
                    <a:pt x="9166" y="200861"/>
                  </a:cubicBezTo>
                  <a:cubicBezTo>
                    <a:pt x="19326" y="174191"/>
                    <a:pt x="45996" y="141171"/>
                    <a:pt x="63776" y="122121"/>
                  </a:cubicBezTo>
                  <a:cubicBezTo>
                    <a:pt x="76476" y="109421"/>
                    <a:pt x="87906" y="99261"/>
                    <a:pt x="101876" y="94181"/>
                  </a:cubicBezTo>
                  <a:cubicBezTo>
                    <a:pt x="113306" y="89101"/>
                    <a:pt x="127276" y="89101"/>
                    <a:pt x="139976" y="92911"/>
                  </a:cubicBezTo>
                  <a:cubicBezTo>
                    <a:pt x="156486" y="96721"/>
                    <a:pt x="179346" y="106881"/>
                    <a:pt x="189506" y="123391"/>
                  </a:cubicBezTo>
                  <a:cubicBezTo>
                    <a:pt x="200936" y="141171"/>
                    <a:pt x="207286" y="176731"/>
                    <a:pt x="202206" y="197051"/>
                  </a:cubicBezTo>
                  <a:cubicBezTo>
                    <a:pt x="197126" y="216101"/>
                    <a:pt x="167916" y="244041"/>
                    <a:pt x="165376" y="242771"/>
                  </a:cubicBezTo>
                  <a:cubicBezTo>
                    <a:pt x="162836" y="240231"/>
                    <a:pt x="200936" y="158951"/>
                    <a:pt x="204746" y="160221"/>
                  </a:cubicBezTo>
                  <a:cubicBezTo>
                    <a:pt x="208556" y="161491"/>
                    <a:pt x="202206" y="218641"/>
                    <a:pt x="189506" y="245311"/>
                  </a:cubicBezTo>
                  <a:cubicBezTo>
                    <a:pt x="175536" y="273251"/>
                    <a:pt x="139976" y="310081"/>
                    <a:pt x="118386" y="322781"/>
                  </a:cubicBezTo>
                  <a:cubicBezTo>
                    <a:pt x="104416" y="330401"/>
                    <a:pt x="92986" y="330401"/>
                    <a:pt x="79016" y="329131"/>
                  </a:cubicBezTo>
                  <a:cubicBezTo>
                    <a:pt x="62506" y="326591"/>
                    <a:pt x="38376" y="317701"/>
                    <a:pt x="25676" y="303731"/>
                  </a:cubicBezTo>
                  <a:cubicBezTo>
                    <a:pt x="12976" y="291031"/>
                    <a:pt x="4086" y="266901"/>
                    <a:pt x="1546" y="250391"/>
                  </a:cubicBezTo>
                  <a:cubicBezTo>
                    <a:pt x="276" y="236421"/>
                    <a:pt x="2816" y="226261"/>
                    <a:pt x="9166" y="211021"/>
                  </a:cubicBezTo>
                  <a:cubicBezTo>
                    <a:pt x="21866" y="181811"/>
                    <a:pt x="63776" y="115771"/>
                    <a:pt x="92986" y="99261"/>
                  </a:cubicBezTo>
                  <a:cubicBezTo>
                    <a:pt x="113306" y="87831"/>
                    <a:pt x="136166" y="90371"/>
                    <a:pt x="152676" y="94181"/>
                  </a:cubicBezTo>
                  <a:cubicBezTo>
                    <a:pt x="166646" y="96721"/>
                    <a:pt x="179346" y="103071"/>
                    <a:pt x="188236" y="113231"/>
                  </a:cubicBezTo>
                  <a:cubicBezTo>
                    <a:pt x="199666" y="125931"/>
                    <a:pt x="212366" y="150061"/>
                    <a:pt x="214906" y="167841"/>
                  </a:cubicBezTo>
                  <a:cubicBezTo>
                    <a:pt x="217446" y="181811"/>
                    <a:pt x="213636" y="191971"/>
                    <a:pt x="208556" y="207211"/>
                  </a:cubicBezTo>
                  <a:cubicBezTo>
                    <a:pt x="199666" y="233881"/>
                    <a:pt x="178076" y="280871"/>
                    <a:pt x="159026" y="303731"/>
                  </a:cubicBezTo>
                  <a:cubicBezTo>
                    <a:pt x="145056" y="321511"/>
                    <a:pt x="128546" y="335481"/>
                    <a:pt x="110766" y="340561"/>
                  </a:cubicBezTo>
                  <a:cubicBezTo>
                    <a:pt x="91716" y="345641"/>
                    <a:pt x="66316" y="343101"/>
                    <a:pt x="49806" y="335481"/>
                  </a:cubicBezTo>
                  <a:cubicBezTo>
                    <a:pt x="32026" y="326591"/>
                    <a:pt x="15516" y="306271"/>
                    <a:pt x="7896" y="291031"/>
                  </a:cubicBezTo>
                  <a:cubicBezTo>
                    <a:pt x="1546" y="278331"/>
                    <a:pt x="276" y="264361"/>
                    <a:pt x="1546" y="250391"/>
                  </a:cubicBezTo>
                  <a:cubicBezTo>
                    <a:pt x="2816" y="237691"/>
                    <a:pt x="5356" y="227531"/>
                    <a:pt x="14246" y="211021"/>
                  </a:cubicBezTo>
                  <a:cubicBezTo>
                    <a:pt x="30756" y="181811"/>
                    <a:pt x="80286" y="108151"/>
                    <a:pt x="113306" y="91641"/>
                  </a:cubicBezTo>
                  <a:cubicBezTo>
                    <a:pt x="133626" y="81481"/>
                    <a:pt x="157756" y="84021"/>
                    <a:pt x="174266" y="87831"/>
                  </a:cubicBezTo>
                  <a:cubicBezTo>
                    <a:pt x="189506" y="91641"/>
                    <a:pt x="200936" y="100531"/>
                    <a:pt x="211096" y="109421"/>
                  </a:cubicBezTo>
                  <a:cubicBezTo>
                    <a:pt x="219986" y="119581"/>
                    <a:pt x="227606" y="132281"/>
                    <a:pt x="232686" y="144981"/>
                  </a:cubicBezTo>
                  <a:cubicBezTo>
                    <a:pt x="236496" y="157681"/>
                    <a:pt x="239036" y="169111"/>
                    <a:pt x="235226" y="186891"/>
                  </a:cubicBezTo>
                  <a:cubicBezTo>
                    <a:pt x="226336" y="222451"/>
                    <a:pt x="179346" y="312621"/>
                    <a:pt x="147596" y="335481"/>
                  </a:cubicBezTo>
                  <a:cubicBezTo>
                    <a:pt x="128546" y="349451"/>
                    <a:pt x="105686" y="350721"/>
                    <a:pt x="86636" y="348181"/>
                  </a:cubicBezTo>
                  <a:cubicBezTo>
                    <a:pt x="67586" y="345641"/>
                    <a:pt x="44726" y="330401"/>
                    <a:pt x="32026" y="317701"/>
                  </a:cubicBezTo>
                  <a:cubicBezTo>
                    <a:pt x="21866" y="306271"/>
                    <a:pt x="16786" y="292301"/>
                    <a:pt x="14246" y="279601"/>
                  </a:cubicBezTo>
                  <a:cubicBezTo>
                    <a:pt x="11706" y="265631"/>
                    <a:pt x="10436" y="250391"/>
                    <a:pt x="15516" y="236421"/>
                  </a:cubicBezTo>
                  <a:cubicBezTo>
                    <a:pt x="21866" y="219911"/>
                    <a:pt x="51076" y="185621"/>
                    <a:pt x="53616" y="186891"/>
                  </a:cubicBezTo>
                  <a:cubicBezTo>
                    <a:pt x="56156" y="188161"/>
                    <a:pt x="24406" y="263091"/>
                    <a:pt x="21866" y="261821"/>
                  </a:cubicBezTo>
                  <a:cubicBezTo>
                    <a:pt x="19326" y="260551"/>
                    <a:pt x="26946" y="213561"/>
                    <a:pt x="38376" y="184351"/>
                  </a:cubicBezTo>
                  <a:cubicBezTo>
                    <a:pt x="53616" y="138631"/>
                    <a:pt x="90446" y="49731"/>
                    <a:pt x="119656" y="21791"/>
                  </a:cubicBezTo>
                  <a:cubicBezTo>
                    <a:pt x="137436" y="6551"/>
                    <a:pt x="155216" y="1471"/>
                    <a:pt x="172996" y="201"/>
                  </a:cubicBezTo>
                  <a:cubicBezTo>
                    <a:pt x="190776" y="-1069"/>
                    <a:pt x="212366" y="5281"/>
                    <a:pt x="227606" y="15441"/>
                  </a:cubicBezTo>
                  <a:cubicBezTo>
                    <a:pt x="242846" y="25601"/>
                    <a:pt x="256816" y="43381"/>
                    <a:pt x="263166" y="59891"/>
                  </a:cubicBezTo>
                  <a:cubicBezTo>
                    <a:pt x="268246" y="77671"/>
                    <a:pt x="269516" y="100531"/>
                    <a:pt x="263166" y="117041"/>
                  </a:cubicBezTo>
                  <a:cubicBezTo>
                    <a:pt x="258086" y="134821"/>
                    <a:pt x="245386" y="153871"/>
                    <a:pt x="228876" y="162761"/>
                  </a:cubicBezTo>
                  <a:cubicBezTo>
                    <a:pt x="208556" y="174191"/>
                    <a:pt x="169186" y="181811"/>
                    <a:pt x="146326" y="172921"/>
                  </a:cubicBezTo>
                  <a:cubicBezTo>
                    <a:pt x="123466" y="164031"/>
                    <a:pt x="96796" y="133551"/>
                    <a:pt x="91716" y="109421"/>
                  </a:cubicBezTo>
                  <a:cubicBezTo>
                    <a:pt x="85366" y="85291"/>
                    <a:pt x="98066" y="45921"/>
                    <a:pt x="113306" y="28141"/>
                  </a:cubicBezTo>
                  <a:cubicBezTo>
                    <a:pt x="124736" y="12901"/>
                    <a:pt x="145056" y="4011"/>
                    <a:pt x="162836" y="1471"/>
                  </a:cubicBezTo>
                  <a:cubicBezTo>
                    <a:pt x="180616" y="-2339"/>
                    <a:pt x="203476" y="1471"/>
                    <a:pt x="219986" y="10361"/>
                  </a:cubicBezTo>
                  <a:cubicBezTo>
                    <a:pt x="235226" y="17981"/>
                    <a:pt x="251736" y="34491"/>
                    <a:pt x="259356" y="51001"/>
                  </a:cubicBezTo>
                  <a:cubicBezTo>
                    <a:pt x="266976" y="67511"/>
                    <a:pt x="270786" y="84021"/>
                    <a:pt x="265706" y="108151"/>
                  </a:cubicBezTo>
                  <a:cubicBezTo>
                    <a:pt x="256816" y="158951"/>
                    <a:pt x="188236" y="305001"/>
                    <a:pt x="147596" y="335481"/>
                  </a:cubicBezTo>
                  <a:cubicBezTo>
                    <a:pt x="127276" y="350721"/>
                    <a:pt x="105686" y="350721"/>
                    <a:pt x="86636" y="348181"/>
                  </a:cubicBezTo>
                  <a:cubicBezTo>
                    <a:pt x="67586" y="345641"/>
                    <a:pt x="44726" y="330401"/>
                    <a:pt x="32026" y="317701"/>
                  </a:cubicBezTo>
                  <a:cubicBezTo>
                    <a:pt x="21866" y="306271"/>
                    <a:pt x="16786" y="292301"/>
                    <a:pt x="14246" y="279601"/>
                  </a:cubicBezTo>
                  <a:cubicBezTo>
                    <a:pt x="11706" y="265631"/>
                    <a:pt x="10436" y="254201"/>
                    <a:pt x="15516" y="236421"/>
                  </a:cubicBezTo>
                  <a:cubicBezTo>
                    <a:pt x="25676" y="203401"/>
                    <a:pt x="66316" y="125931"/>
                    <a:pt x="95526" y="103071"/>
                  </a:cubicBezTo>
                  <a:cubicBezTo>
                    <a:pt x="113306" y="87831"/>
                    <a:pt x="136166" y="84021"/>
                    <a:pt x="153946" y="84021"/>
                  </a:cubicBezTo>
                  <a:cubicBezTo>
                    <a:pt x="169186" y="84021"/>
                    <a:pt x="181886" y="89101"/>
                    <a:pt x="194586" y="96721"/>
                  </a:cubicBezTo>
                  <a:cubicBezTo>
                    <a:pt x="208556" y="106881"/>
                    <a:pt x="226336" y="128471"/>
                    <a:pt x="232686" y="144981"/>
                  </a:cubicBezTo>
                  <a:cubicBezTo>
                    <a:pt x="237766" y="158951"/>
                    <a:pt x="240306" y="170381"/>
                    <a:pt x="235226" y="186891"/>
                  </a:cubicBezTo>
                  <a:cubicBezTo>
                    <a:pt x="225066" y="222451"/>
                    <a:pt x="159026" y="311351"/>
                    <a:pt x="129816" y="332941"/>
                  </a:cubicBezTo>
                  <a:cubicBezTo>
                    <a:pt x="114576" y="341831"/>
                    <a:pt x="103146" y="343101"/>
                    <a:pt x="90446" y="343101"/>
                  </a:cubicBezTo>
                  <a:cubicBezTo>
                    <a:pt x="76476" y="344371"/>
                    <a:pt x="62506" y="341831"/>
                    <a:pt x="49806" y="335481"/>
                  </a:cubicBezTo>
                  <a:cubicBezTo>
                    <a:pt x="34566" y="326591"/>
                    <a:pt x="15516" y="308811"/>
                    <a:pt x="7896" y="291031"/>
                  </a:cubicBezTo>
                  <a:cubicBezTo>
                    <a:pt x="276" y="273251"/>
                    <a:pt x="276" y="252931"/>
                    <a:pt x="5356" y="230071"/>
                  </a:cubicBezTo>
                  <a:cubicBezTo>
                    <a:pt x="12976" y="199591"/>
                    <a:pt x="44726" y="147521"/>
                    <a:pt x="62506" y="124661"/>
                  </a:cubicBezTo>
                  <a:cubicBezTo>
                    <a:pt x="72666" y="111961"/>
                    <a:pt x="81556" y="104341"/>
                    <a:pt x="92986" y="99261"/>
                  </a:cubicBezTo>
                  <a:cubicBezTo>
                    <a:pt x="105686" y="92911"/>
                    <a:pt x="118386" y="89101"/>
                    <a:pt x="133626" y="90371"/>
                  </a:cubicBezTo>
                  <a:cubicBezTo>
                    <a:pt x="150136" y="91641"/>
                    <a:pt x="174266" y="100531"/>
                    <a:pt x="188236" y="113231"/>
                  </a:cubicBezTo>
                  <a:cubicBezTo>
                    <a:pt x="202206" y="125931"/>
                    <a:pt x="212366" y="150061"/>
                    <a:pt x="214906" y="167841"/>
                  </a:cubicBezTo>
                  <a:cubicBezTo>
                    <a:pt x="217446" y="181811"/>
                    <a:pt x="214906" y="191971"/>
                    <a:pt x="208556" y="207211"/>
                  </a:cubicBezTo>
                  <a:cubicBezTo>
                    <a:pt x="195856" y="237691"/>
                    <a:pt x="145056" y="306271"/>
                    <a:pt x="118386" y="322781"/>
                  </a:cubicBezTo>
                  <a:cubicBezTo>
                    <a:pt x="104416" y="330401"/>
                    <a:pt x="92986" y="330401"/>
                    <a:pt x="79016" y="329131"/>
                  </a:cubicBezTo>
                  <a:cubicBezTo>
                    <a:pt x="62506" y="326591"/>
                    <a:pt x="38376" y="315161"/>
                    <a:pt x="25676" y="303731"/>
                  </a:cubicBezTo>
                  <a:cubicBezTo>
                    <a:pt x="15516" y="294841"/>
                    <a:pt x="9166" y="283411"/>
                    <a:pt x="5356" y="269441"/>
                  </a:cubicBezTo>
                  <a:cubicBezTo>
                    <a:pt x="1546" y="254201"/>
                    <a:pt x="2816" y="227531"/>
                    <a:pt x="9166" y="211021"/>
                  </a:cubicBezTo>
                  <a:cubicBezTo>
                    <a:pt x="14246" y="198321"/>
                    <a:pt x="26946" y="186891"/>
                    <a:pt x="34566" y="180541"/>
                  </a:cubicBezTo>
                  <a:cubicBezTo>
                    <a:pt x="40916" y="175461"/>
                    <a:pt x="49806" y="169111"/>
                    <a:pt x="52346" y="170381"/>
                  </a:cubicBezTo>
                  <a:cubicBezTo>
                    <a:pt x="53616" y="171651"/>
                    <a:pt x="44726" y="188161"/>
                    <a:pt x="44726" y="188161"/>
                  </a:cubicBezTo>
                  <a:cubicBezTo>
                    <a:pt x="44726" y="188161"/>
                    <a:pt x="70126" y="114501"/>
                    <a:pt x="84096" y="101801"/>
                  </a:cubicBezTo>
                  <a:cubicBezTo>
                    <a:pt x="89176" y="95451"/>
                    <a:pt x="94256" y="95451"/>
                    <a:pt x="101876" y="94181"/>
                  </a:cubicBezTo>
                  <a:cubicBezTo>
                    <a:pt x="114576" y="91641"/>
                    <a:pt x="143786" y="92911"/>
                    <a:pt x="159026" y="97991"/>
                  </a:cubicBezTo>
                  <a:cubicBezTo>
                    <a:pt x="171726" y="103071"/>
                    <a:pt x="181886" y="113231"/>
                    <a:pt x="189506" y="123391"/>
                  </a:cubicBezTo>
                  <a:cubicBezTo>
                    <a:pt x="197126" y="133551"/>
                    <a:pt x="203476" y="144981"/>
                    <a:pt x="204746" y="158951"/>
                  </a:cubicBezTo>
                  <a:cubicBezTo>
                    <a:pt x="206016" y="175461"/>
                    <a:pt x="202206" y="195781"/>
                    <a:pt x="193316" y="214831"/>
                  </a:cubicBezTo>
                  <a:cubicBezTo>
                    <a:pt x="181886" y="242771"/>
                    <a:pt x="150136" y="284681"/>
                    <a:pt x="131086" y="301191"/>
                  </a:cubicBezTo>
                  <a:cubicBezTo>
                    <a:pt x="119656" y="311351"/>
                    <a:pt x="110766" y="317701"/>
                    <a:pt x="98066" y="320241"/>
                  </a:cubicBezTo>
                  <a:cubicBezTo>
                    <a:pt x="82826" y="324051"/>
                    <a:pt x="58696" y="322781"/>
                    <a:pt x="42186" y="315161"/>
                  </a:cubicBezTo>
                  <a:cubicBezTo>
                    <a:pt x="26946" y="307541"/>
                    <a:pt x="9166" y="292301"/>
                    <a:pt x="4086" y="274521"/>
                  </a:cubicBezTo>
                  <a:cubicBezTo>
                    <a:pt x="-3534" y="255471"/>
                    <a:pt x="276" y="223721"/>
                    <a:pt x="9166" y="200861"/>
                  </a:cubicBezTo>
                  <a:cubicBezTo>
                    <a:pt x="20596" y="176731"/>
                    <a:pt x="47266" y="148791"/>
                    <a:pt x="67586" y="132281"/>
                  </a:cubicBezTo>
                  <a:cubicBezTo>
                    <a:pt x="84096" y="120851"/>
                    <a:pt x="100606" y="110691"/>
                    <a:pt x="117116" y="108151"/>
                  </a:cubicBezTo>
                  <a:cubicBezTo>
                    <a:pt x="129816" y="105611"/>
                    <a:pt x="141246" y="106881"/>
                    <a:pt x="152676" y="113231"/>
                  </a:cubicBezTo>
                  <a:cubicBezTo>
                    <a:pt x="167916" y="119581"/>
                    <a:pt x="185696" y="136091"/>
                    <a:pt x="193316" y="148791"/>
                  </a:cubicBezTo>
                  <a:cubicBezTo>
                    <a:pt x="200936" y="160221"/>
                    <a:pt x="203476" y="171651"/>
                    <a:pt x="202206" y="185621"/>
                  </a:cubicBezTo>
                  <a:cubicBezTo>
                    <a:pt x="200936" y="200861"/>
                    <a:pt x="181886" y="236421"/>
                    <a:pt x="181886" y="236421"/>
                  </a:cubicBezTo>
                </a:path>
              </a:pathLst>
            </a:custGeom>
            <a:solidFill>
              <a:srgbClr val="E7F1F2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8766810" y="4426268"/>
            <a:ext cx="322897" cy="457200"/>
            <a:chOff x="0" y="0"/>
            <a:chExt cx="430530" cy="609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50678" y="50159"/>
              <a:ext cx="329246" cy="509721"/>
            </a:xfrm>
            <a:custGeom>
              <a:avLst/>
              <a:gdLst/>
              <a:ahLst/>
              <a:cxnLst/>
              <a:rect r="r" b="b" t="t" l="l"/>
              <a:pathLst>
                <a:path h="509721" w="329246">
                  <a:moveTo>
                    <a:pt x="242692" y="173361"/>
                  </a:moveTo>
                  <a:cubicBezTo>
                    <a:pt x="224912" y="288931"/>
                    <a:pt x="218562" y="297821"/>
                    <a:pt x="208402" y="305441"/>
                  </a:cubicBezTo>
                  <a:cubicBezTo>
                    <a:pt x="195702" y="315601"/>
                    <a:pt x="174112" y="327031"/>
                    <a:pt x="156332" y="325761"/>
                  </a:cubicBezTo>
                  <a:cubicBezTo>
                    <a:pt x="134742" y="324491"/>
                    <a:pt x="102992" y="306711"/>
                    <a:pt x="90292" y="291471"/>
                  </a:cubicBezTo>
                  <a:cubicBezTo>
                    <a:pt x="81402" y="281311"/>
                    <a:pt x="80132" y="273691"/>
                    <a:pt x="77592" y="255911"/>
                  </a:cubicBezTo>
                  <a:cubicBezTo>
                    <a:pt x="71242" y="220351"/>
                    <a:pt x="66162" y="126371"/>
                    <a:pt x="77592" y="83191"/>
                  </a:cubicBezTo>
                  <a:cubicBezTo>
                    <a:pt x="85212" y="53981"/>
                    <a:pt x="96642" y="28581"/>
                    <a:pt x="113152" y="14611"/>
                  </a:cubicBezTo>
                  <a:cubicBezTo>
                    <a:pt x="128392" y="3181"/>
                    <a:pt x="151252" y="-1899"/>
                    <a:pt x="170302" y="641"/>
                  </a:cubicBezTo>
                  <a:cubicBezTo>
                    <a:pt x="191892" y="5721"/>
                    <a:pt x="222372" y="28581"/>
                    <a:pt x="232532" y="45091"/>
                  </a:cubicBezTo>
                  <a:cubicBezTo>
                    <a:pt x="241422" y="56521"/>
                    <a:pt x="242692" y="65411"/>
                    <a:pt x="242692" y="83191"/>
                  </a:cubicBezTo>
                  <a:cubicBezTo>
                    <a:pt x="242692" y="118751"/>
                    <a:pt x="221102" y="207651"/>
                    <a:pt x="209672" y="249561"/>
                  </a:cubicBezTo>
                  <a:cubicBezTo>
                    <a:pt x="203322" y="273691"/>
                    <a:pt x="200782" y="291471"/>
                    <a:pt x="189352" y="306711"/>
                  </a:cubicBezTo>
                  <a:cubicBezTo>
                    <a:pt x="176652" y="321951"/>
                    <a:pt x="158872" y="338461"/>
                    <a:pt x="139822" y="343541"/>
                  </a:cubicBezTo>
                  <a:cubicBezTo>
                    <a:pt x="122042" y="348621"/>
                    <a:pt x="96642" y="346081"/>
                    <a:pt x="80132" y="338461"/>
                  </a:cubicBezTo>
                  <a:cubicBezTo>
                    <a:pt x="62352" y="329571"/>
                    <a:pt x="45842" y="311791"/>
                    <a:pt x="38222" y="294011"/>
                  </a:cubicBezTo>
                  <a:cubicBezTo>
                    <a:pt x="30602" y="277501"/>
                    <a:pt x="31872" y="258451"/>
                    <a:pt x="35682" y="234321"/>
                  </a:cubicBezTo>
                  <a:cubicBezTo>
                    <a:pt x="42032" y="191141"/>
                    <a:pt x="80132" y="95891"/>
                    <a:pt x="99182" y="62871"/>
                  </a:cubicBezTo>
                  <a:cubicBezTo>
                    <a:pt x="109342" y="47631"/>
                    <a:pt x="116962" y="40011"/>
                    <a:pt x="127122" y="32391"/>
                  </a:cubicBezTo>
                  <a:cubicBezTo>
                    <a:pt x="138552" y="24771"/>
                    <a:pt x="152522" y="18421"/>
                    <a:pt x="166492" y="18421"/>
                  </a:cubicBezTo>
                  <a:cubicBezTo>
                    <a:pt x="184272" y="17151"/>
                    <a:pt x="210942" y="22231"/>
                    <a:pt x="226182" y="33661"/>
                  </a:cubicBezTo>
                  <a:cubicBezTo>
                    <a:pt x="242692" y="45091"/>
                    <a:pt x="255392" y="62871"/>
                    <a:pt x="261742" y="84461"/>
                  </a:cubicBezTo>
                  <a:cubicBezTo>
                    <a:pt x="269362" y="117481"/>
                    <a:pt x="257932" y="178441"/>
                    <a:pt x="251582" y="216541"/>
                  </a:cubicBezTo>
                  <a:cubicBezTo>
                    <a:pt x="245232" y="247021"/>
                    <a:pt x="237612" y="266071"/>
                    <a:pt x="226182" y="295281"/>
                  </a:cubicBezTo>
                  <a:cubicBezTo>
                    <a:pt x="210942" y="332111"/>
                    <a:pt x="188082" y="393071"/>
                    <a:pt x="163952" y="422281"/>
                  </a:cubicBezTo>
                  <a:cubicBezTo>
                    <a:pt x="148712" y="440061"/>
                    <a:pt x="129662" y="452761"/>
                    <a:pt x="113152" y="459111"/>
                  </a:cubicBezTo>
                  <a:cubicBezTo>
                    <a:pt x="99182" y="464191"/>
                    <a:pt x="83942" y="462921"/>
                    <a:pt x="69972" y="460381"/>
                  </a:cubicBezTo>
                  <a:cubicBezTo>
                    <a:pt x="57272" y="457841"/>
                    <a:pt x="42032" y="450221"/>
                    <a:pt x="31872" y="441331"/>
                  </a:cubicBezTo>
                  <a:cubicBezTo>
                    <a:pt x="21712" y="432441"/>
                    <a:pt x="11552" y="419741"/>
                    <a:pt x="6472" y="407041"/>
                  </a:cubicBezTo>
                  <a:cubicBezTo>
                    <a:pt x="1392" y="394341"/>
                    <a:pt x="122" y="376561"/>
                    <a:pt x="122" y="365131"/>
                  </a:cubicBezTo>
                  <a:cubicBezTo>
                    <a:pt x="122" y="356241"/>
                    <a:pt x="122" y="351161"/>
                    <a:pt x="5202" y="343541"/>
                  </a:cubicBezTo>
                  <a:cubicBezTo>
                    <a:pt x="16632" y="327031"/>
                    <a:pt x="67432" y="309251"/>
                    <a:pt x="94102" y="286391"/>
                  </a:cubicBezTo>
                  <a:cubicBezTo>
                    <a:pt x="120772" y="263531"/>
                    <a:pt x="141092" y="219081"/>
                    <a:pt x="162682" y="205111"/>
                  </a:cubicBezTo>
                  <a:cubicBezTo>
                    <a:pt x="177922" y="196221"/>
                    <a:pt x="190622" y="193681"/>
                    <a:pt x="204592" y="193681"/>
                  </a:cubicBezTo>
                  <a:cubicBezTo>
                    <a:pt x="218562" y="193681"/>
                    <a:pt x="233802" y="197491"/>
                    <a:pt x="246502" y="202571"/>
                  </a:cubicBezTo>
                  <a:cubicBezTo>
                    <a:pt x="259202" y="208921"/>
                    <a:pt x="271902" y="219081"/>
                    <a:pt x="279522" y="230511"/>
                  </a:cubicBezTo>
                  <a:cubicBezTo>
                    <a:pt x="287142" y="241941"/>
                    <a:pt x="293492" y="252101"/>
                    <a:pt x="296032" y="271151"/>
                  </a:cubicBezTo>
                  <a:cubicBezTo>
                    <a:pt x="298572" y="309251"/>
                    <a:pt x="276982" y="414661"/>
                    <a:pt x="254122" y="451491"/>
                  </a:cubicBezTo>
                  <a:cubicBezTo>
                    <a:pt x="240152" y="473081"/>
                    <a:pt x="221102" y="485781"/>
                    <a:pt x="204592" y="492131"/>
                  </a:cubicBezTo>
                  <a:cubicBezTo>
                    <a:pt x="190622" y="498481"/>
                    <a:pt x="175382" y="498481"/>
                    <a:pt x="161412" y="495941"/>
                  </a:cubicBezTo>
                  <a:cubicBezTo>
                    <a:pt x="148712" y="494671"/>
                    <a:pt x="133472" y="488321"/>
                    <a:pt x="122042" y="479431"/>
                  </a:cubicBezTo>
                  <a:cubicBezTo>
                    <a:pt x="110612" y="471811"/>
                    <a:pt x="100452" y="460381"/>
                    <a:pt x="94102" y="446411"/>
                  </a:cubicBezTo>
                  <a:cubicBezTo>
                    <a:pt x="87752" y="429901"/>
                    <a:pt x="80132" y="401961"/>
                    <a:pt x="89022" y="382911"/>
                  </a:cubicBezTo>
                  <a:cubicBezTo>
                    <a:pt x="97912" y="360051"/>
                    <a:pt x="152522" y="343541"/>
                    <a:pt x="161412" y="324491"/>
                  </a:cubicBezTo>
                  <a:cubicBezTo>
                    <a:pt x="166492" y="314331"/>
                    <a:pt x="155062" y="302901"/>
                    <a:pt x="160142" y="291471"/>
                  </a:cubicBezTo>
                  <a:cubicBezTo>
                    <a:pt x="166492" y="277501"/>
                    <a:pt x="191892" y="257181"/>
                    <a:pt x="208402" y="249561"/>
                  </a:cubicBezTo>
                  <a:cubicBezTo>
                    <a:pt x="222372" y="244481"/>
                    <a:pt x="236342" y="243211"/>
                    <a:pt x="251582" y="245751"/>
                  </a:cubicBezTo>
                  <a:cubicBezTo>
                    <a:pt x="269362" y="249561"/>
                    <a:pt x="294762" y="263531"/>
                    <a:pt x="307462" y="276231"/>
                  </a:cubicBezTo>
                  <a:cubicBezTo>
                    <a:pt x="317622" y="286391"/>
                    <a:pt x="323972" y="300361"/>
                    <a:pt x="326512" y="314331"/>
                  </a:cubicBezTo>
                  <a:cubicBezTo>
                    <a:pt x="330322" y="332111"/>
                    <a:pt x="327782" y="354971"/>
                    <a:pt x="317622" y="377831"/>
                  </a:cubicBezTo>
                  <a:cubicBezTo>
                    <a:pt x="302382" y="413391"/>
                    <a:pt x="245232" y="478161"/>
                    <a:pt x="222372" y="495941"/>
                  </a:cubicBezTo>
                  <a:cubicBezTo>
                    <a:pt x="210942" y="504831"/>
                    <a:pt x="207132" y="507371"/>
                    <a:pt x="195702" y="508641"/>
                  </a:cubicBezTo>
                  <a:cubicBezTo>
                    <a:pt x="175382" y="511181"/>
                    <a:pt x="132202" y="506101"/>
                    <a:pt x="113152" y="490861"/>
                  </a:cubicBezTo>
                  <a:cubicBezTo>
                    <a:pt x="94102" y="474351"/>
                    <a:pt x="78862" y="436251"/>
                    <a:pt x="81402" y="412121"/>
                  </a:cubicBezTo>
                  <a:cubicBezTo>
                    <a:pt x="83942" y="386721"/>
                    <a:pt x="106802" y="353701"/>
                    <a:pt x="128392" y="341001"/>
                  </a:cubicBezTo>
                  <a:cubicBezTo>
                    <a:pt x="151252" y="329571"/>
                    <a:pt x="191892" y="329571"/>
                    <a:pt x="213482" y="341001"/>
                  </a:cubicBezTo>
                  <a:cubicBezTo>
                    <a:pt x="235072" y="353701"/>
                    <a:pt x="257932" y="386721"/>
                    <a:pt x="260472" y="412121"/>
                  </a:cubicBezTo>
                  <a:cubicBezTo>
                    <a:pt x="264282" y="436251"/>
                    <a:pt x="249042" y="474351"/>
                    <a:pt x="229992" y="490861"/>
                  </a:cubicBezTo>
                  <a:cubicBezTo>
                    <a:pt x="210942" y="506101"/>
                    <a:pt x="170302" y="512451"/>
                    <a:pt x="147442" y="508641"/>
                  </a:cubicBezTo>
                  <a:cubicBezTo>
                    <a:pt x="128392" y="504831"/>
                    <a:pt x="110612" y="490861"/>
                    <a:pt x="99182" y="475621"/>
                  </a:cubicBezTo>
                  <a:cubicBezTo>
                    <a:pt x="87752" y="461651"/>
                    <a:pt x="81402" y="440061"/>
                    <a:pt x="81402" y="421011"/>
                  </a:cubicBezTo>
                  <a:cubicBezTo>
                    <a:pt x="81402" y="403231"/>
                    <a:pt x="89022" y="386721"/>
                    <a:pt x="99182" y="366401"/>
                  </a:cubicBezTo>
                  <a:cubicBezTo>
                    <a:pt x="114422" y="338461"/>
                    <a:pt x="151252" y="294011"/>
                    <a:pt x="172842" y="273691"/>
                  </a:cubicBezTo>
                  <a:cubicBezTo>
                    <a:pt x="185542" y="262261"/>
                    <a:pt x="195702" y="254641"/>
                    <a:pt x="208402" y="249561"/>
                  </a:cubicBezTo>
                  <a:cubicBezTo>
                    <a:pt x="221102" y="245751"/>
                    <a:pt x="236342" y="243211"/>
                    <a:pt x="251582" y="245751"/>
                  </a:cubicBezTo>
                  <a:cubicBezTo>
                    <a:pt x="269362" y="249561"/>
                    <a:pt x="294762" y="260991"/>
                    <a:pt x="307462" y="276231"/>
                  </a:cubicBezTo>
                  <a:cubicBezTo>
                    <a:pt x="320162" y="291471"/>
                    <a:pt x="327782" y="318141"/>
                    <a:pt x="329052" y="335921"/>
                  </a:cubicBezTo>
                  <a:cubicBezTo>
                    <a:pt x="330322" y="351161"/>
                    <a:pt x="325242" y="362591"/>
                    <a:pt x="317622" y="377831"/>
                  </a:cubicBezTo>
                  <a:cubicBezTo>
                    <a:pt x="308732" y="398151"/>
                    <a:pt x="288412" y="426091"/>
                    <a:pt x="268092" y="445141"/>
                  </a:cubicBezTo>
                  <a:cubicBezTo>
                    <a:pt x="247772" y="462921"/>
                    <a:pt x="198242" y="492131"/>
                    <a:pt x="196972" y="489591"/>
                  </a:cubicBezTo>
                  <a:cubicBezTo>
                    <a:pt x="195702" y="488321"/>
                    <a:pt x="259202" y="428631"/>
                    <a:pt x="261742" y="431171"/>
                  </a:cubicBezTo>
                  <a:cubicBezTo>
                    <a:pt x="264282" y="433711"/>
                    <a:pt x="250312" y="459111"/>
                    <a:pt x="241422" y="469271"/>
                  </a:cubicBezTo>
                  <a:cubicBezTo>
                    <a:pt x="231262" y="479431"/>
                    <a:pt x="218562" y="488321"/>
                    <a:pt x="204592" y="492131"/>
                  </a:cubicBezTo>
                  <a:cubicBezTo>
                    <a:pt x="191892" y="497211"/>
                    <a:pt x="176652" y="499751"/>
                    <a:pt x="161412" y="495941"/>
                  </a:cubicBezTo>
                  <a:cubicBezTo>
                    <a:pt x="143632" y="492131"/>
                    <a:pt x="119502" y="480701"/>
                    <a:pt x="106802" y="465461"/>
                  </a:cubicBezTo>
                  <a:cubicBezTo>
                    <a:pt x="94102" y="450221"/>
                    <a:pt x="85212" y="429901"/>
                    <a:pt x="85212" y="404501"/>
                  </a:cubicBezTo>
                  <a:cubicBezTo>
                    <a:pt x="85212" y="360051"/>
                    <a:pt x="120772" y="247021"/>
                    <a:pt x="146172" y="217811"/>
                  </a:cubicBezTo>
                  <a:cubicBezTo>
                    <a:pt x="157602" y="203841"/>
                    <a:pt x="169032" y="200031"/>
                    <a:pt x="183002" y="196221"/>
                  </a:cubicBezTo>
                  <a:cubicBezTo>
                    <a:pt x="200782" y="193681"/>
                    <a:pt x="228722" y="193681"/>
                    <a:pt x="246502" y="202571"/>
                  </a:cubicBezTo>
                  <a:cubicBezTo>
                    <a:pt x="264282" y="211461"/>
                    <a:pt x="282062" y="231781"/>
                    <a:pt x="289682" y="249561"/>
                  </a:cubicBezTo>
                  <a:cubicBezTo>
                    <a:pt x="297302" y="268611"/>
                    <a:pt x="297302" y="294011"/>
                    <a:pt x="290952" y="313061"/>
                  </a:cubicBezTo>
                  <a:cubicBezTo>
                    <a:pt x="283332" y="335921"/>
                    <a:pt x="261742" y="357511"/>
                    <a:pt x="242692" y="376561"/>
                  </a:cubicBezTo>
                  <a:cubicBezTo>
                    <a:pt x="222372" y="396881"/>
                    <a:pt x="196972" y="415931"/>
                    <a:pt x="172842" y="431171"/>
                  </a:cubicBezTo>
                  <a:cubicBezTo>
                    <a:pt x="149982" y="443871"/>
                    <a:pt x="100452" y="464191"/>
                    <a:pt x="97912" y="460381"/>
                  </a:cubicBezTo>
                  <a:cubicBezTo>
                    <a:pt x="96642" y="456571"/>
                    <a:pt x="170302" y="399421"/>
                    <a:pt x="174112" y="401961"/>
                  </a:cubicBezTo>
                  <a:cubicBezTo>
                    <a:pt x="175382" y="404501"/>
                    <a:pt x="160142" y="428631"/>
                    <a:pt x="149982" y="438791"/>
                  </a:cubicBezTo>
                  <a:cubicBezTo>
                    <a:pt x="139822" y="447681"/>
                    <a:pt x="127122" y="456571"/>
                    <a:pt x="113152" y="459111"/>
                  </a:cubicBezTo>
                  <a:cubicBezTo>
                    <a:pt x="95372" y="462921"/>
                    <a:pt x="66162" y="460381"/>
                    <a:pt x="49652" y="452761"/>
                  </a:cubicBezTo>
                  <a:cubicBezTo>
                    <a:pt x="35682" y="447681"/>
                    <a:pt x="25522" y="438791"/>
                    <a:pt x="16632" y="426091"/>
                  </a:cubicBezTo>
                  <a:cubicBezTo>
                    <a:pt x="7742" y="410851"/>
                    <a:pt x="-1148" y="387991"/>
                    <a:pt x="122" y="365131"/>
                  </a:cubicBezTo>
                  <a:cubicBezTo>
                    <a:pt x="2662" y="329571"/>
                    <a:pt x="40762" y="283851"/>
                    <a:pt x="58542" y="235591"/>
                  </a:cubicBezTo>
                  <a:cubicBezTo>
                    <a:pt x="78862" y="179711"/>
                    <a:pt x="83942" y="79381"/>
                    <a:pt x="111882" y="46361"/>
                  </a:cubicBezTo>
                  <a:cubicBezTo>
                    <a:pt x="127122" y="27311"/>
                    <a:pt x="147442" y="19691"/>
                    <a:pt x="166492" y="18421"/>
                  </a:cubicBezTo>
                  <a:cubicBezTo>
                    <a:pt x="185542" y="15881"/>
                    <a:pt x="210942" y="22231"/>
                    <a:pt x="226182" y="33661"/>
                  </a:cubicBezTo>
                  <a:cubicBezTo>
                    <a:pt x="242692" y="45091"/>
                    <a:pt x="256662" y="67951"/>
                    <a:pt x="261742" y="84461"/>
                  </a:cubicBezTo>
                  <a:cubicBezTo>
                    <a:pt x="265552" y="98431"/>
                    <a:pt x="264282" y="108591"/>
                    <a:pt x="260472" y="126371"/>
                  </a:cubicBezTo>
                  <a:cubicBezTo>
                    <a:pt x="251582" y="168281"/>
                    <a:pt x="208402" y="290201"/>
                    <a:pt x="175382" y="323221"/>
                  </a:cubicBezTo>
                  <a:cubicBezTo>
                    <a:pt x="158872" y="339731"/>
                    <a:pt x="138552" y="346081"/>
                    <a:pt x="119502" y="346081"/>
                  </a:cubicBezTo>
                  <a:cubicBezTo>
                    <a:pt x="100452" y="347351"/>
                    <a:pt x="76322" y="337191"/>
                    <a:pt x="62352" y="327031"/>
                  </a:cubicBezTo>
                  <a:cubicBezTo>
                    <a:pt x="50922" y="319411"/>
                    <a:pt x="43302" y="306711"/>
                    <a:pt x="38222" y="294011"/>
                  </a:cubicBezTo>
                  <a:cubicBezTo>
                    <a:pt x="33142" y="282581"/>
                    <a:pt x="30602" y="272421"/>
                    <a:pt x="31872" y="254641"/>
                  </a:cubicBezTo>
                  <a:cubicBezTo>
                    <a:pt x="33142" y="214001"/>
                    <a:pt x="61082" y="104781"/>
                    <a:pt x="80132" y="62871"/>
                  </a:cubicBezTo>
                  <a:cubicBezTo>
                    <a:pt x="90292" y="41281"/>
                    <a:pt x="96642" y="24771"/>
                    <a:pt x="113152" y="14611"/>
                  </a:cubicBezTo>
                  <a:cubicBezTo>
                    <a:pt x="132202" y="4451"/>
                    <a:pt x="169032" y="-629"/>
                    <a:pt x="189352" y="5721"/>
                  </a:cubicBezTo>
                  <a:cubicBezTo>
                    <a:pt x="207132" y="12071"/>
                    <a:pt x="223642" y="23501"/>
                    <a:pt x="232532" y="45091"/>
                  </a:cubicBezTo>
                  <a:cubicBezTo>
                    <a:pt x="251582" y="85731"/>
                    <a:pt x="241422" y="215271"/>
                    <a:pt x="233802" y="255911"/>
                  </a:cubicBezTo>
                  <a:cubicBezTo>
                    <a:pt x="231262" y="273691"/>
                    <a:pt x="228722" y="281311"/>
                    <a:pt x="221102" y="291471"/>
                  </a:cubicBezTo>
                  <a:cubicBezTo>
                    <a:pt x="210942" y="304171"/>
                    <a:pt x="191892" y="319411"/>
                    <a:pt x="175382" y="323221"/>
                  </a:cubicBezTo>
                  <a:cubicBezTo>
                    <a:pt x="157602" y="328301"/>
                    <a:pt x="133472" y="323221"/>
                    <a:pt x="119502" y="316871"/>
                  </a:cubicBezTo>
                  <a:cubicBezTo>
                    <a:pt x="106802" y="311791"/>
                    <a:pt x="97912" y="302901"/>
                    <a:pt x="90292" y="291471"/>
                  </a:cubicBezTo>
                  <a:cubicBezTo>
                    <a:pt x="82672" y="277501"/>
                    <a:pt x="77592" y="258451"/>
                    <a:pt x="77592" y="236861"/>
                  </a:cubicBezTo>
                  <a:cubicBezTo>
                    <a:pt x="76322" y="211461"/>
                    <a:pt x="81402" y="170821"/>
                    <a:pt x="91562" y="146691"/>
                  </a:cubicBezTo>
                  <a:cubicBezTo>
                    <a:pt x="100452" y="127641"/>
                    <a:pt x="109342" y="111131"/>
                    <a:pt x="125852" y="103511"/>
                  </a:cubicBezTo>
                  <a:cubicBezTo>
                    <a:pt x="143632" y="93351"/>
                    <a:pt x="177922" y="92081"/>
                    <a:pt x="196972" y="98431"/>
                  </a:cubicBezTo>
                  <a:cubicBezTo>
                    <a:pt x="213482" y="104781"/>
                    <a:pt x="228722" y="123831"/>
                    <a:pt x="236342" y="137801"/>
                  </a:cubicBezTo>
                  <a:cubicBezTo>
                    <a:pt x="241422" y="149231"/>
                    <a:pt x="242692" y="173361"/>
                    <a:pt x="242692" y="173361"/>
                  </a:cubicBezTo>
                </a:path>
              </a:pathLst>
            </a:custGeom>
            <a:solidFill>
              <a:srgbClr val="E7F1F2"/>
            </a:solid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7475203" cy="9753600"/>
          </a:xfrm>
          <a:custGeom>
            <a:avLst/>
            <a:gdLst/>
            <a:ahLst/>
            <a:cxnLst/>
            <a:rect r="r" b="b" t="t" l="l"/>
            <a:pathLst>
              <a:path h="9753600" w="17475203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54548" y="9391126"/>
            <a:ext cx="2230180" cy="314849"/>
          </a:xfrm>
          <a:custGeom>
            <a:avLst/>
            <a:gdLst/>
            <a:ahLst/>
            <a:cxnLst/>
            <a:rect r="r" b="b" t="t" l="l"/>
            <a:pathLst>
              <a:path h="314849" w="2230180">
                <a:moveTo>
                  <a:pt x="0" y="0"/>
                </a:moveTo>
                <a:lnTo>
                  <a:pt x="2230180" y="0"/>
                </a:lnTo>
                <a:lnTo>
                  <a:pt x="2230180" y="314849"/>
                </a:lnTo>
                <a:lnTo>
                  <a:pt x="0" y="3148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7475203" cy="9753600"/>
          </a:xfrm>
          <a:custGeom>
            <a:avLst/>
            <a:gdLst/>
            <a:ahLst/>
            <a:cxnLst/>
            <a:rect r="r" b="b" t="t" l="l"/>
            <a:pathLst>
              <a:path h="9753600" w="17475203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54548" y="9391126"/>
            <a:ext cx="2230180" cy="314849"/>
          </a:xfrm>
          <a:custGeom>
            <a:avLst/>
            <a:gdLst/>
            <a:ahLst/>
            <a:cxnLst/>
            <a:rect r="r" b="b" t="t" l="l"/>
            <a:pathLst>
              <a:path h="314849" w="2230180">
                <a:moveTo>
                  <a:pt x="0" y="0"/>
                </a:moveTo>
                <a:lnTo>
                  <a:pt x="2230180" y="0"/>
                </a:lnTo>
                <a:lnTo>
                  <a:pt x="2230180" y="314849"/>
                </a:lnTo>
                <a:lnTo>
                  <a:pt x="0" y="3148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7475203" cy="9753600"/>
          </a:xfrm>
          <a:custGeom>
            <a:avLst/>
            <a:gdLst/>
            <a:ahLst/>
            <a:cxnLst/>
            <a:rect r="r" b="b" t="t" l="l"/>
            <a:pathLst>
              <a:path h="9753600" w="17475203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54548" y="9391126"/>
            <a:ext cx="2230180" cy="314849"/>
          </a:xfrm>
          <a:custGeom>
            <a:avLst/>
            <a:gdLst/>
            <a:ahLst/>
            <a:cxnLst/>
            <a:rect r="r" b="b" t="t" l="l"/>
            <a:pathLst>
              <a:path h="314849" w="2230180">
                <a:moveTo>
                  <a:pt x="0" y="0"/>
                </a:moveTo>
                <a:lnTo>
                  <a:pt x="2230180" y="0"/>
                </a:lnTo>
                <a:lnTo>
                  <a:pt x="2230180" y="314849"/>
                </a:lnTo>
                <a:lnTo>
                  <a:pt x="0" y="3148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7475203" cy="9753600"/>
          </a:xfrm>
          <a:custGeom>
            <a:avLst/>
            <a:gdLst/>
            <a:ahLst/>
            <a:cxnLst/>
            <a:rect r="r" b="b" t="t" l="l"/>
            <a:pathLst>
              <a:path h="9753600" w="17475203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54548" y="9391126"/>
            <a:ext cx="2230180" cy="314849"/>
          </a:xfrm>
          <a:custGeom>
            <a:avLst/>
            <a:gdLst/>
            <a:ahLst/>
            <a:cxnLst/>
            <a:rect r="r" b="b" t="t" l="l"/>
            <a:pathLst>
              <a:path h="314849" w="2230180">
                <a:moveTo>
                  <a:pt x="0" y="0"/>
                </a:moveTo>
                <a:lnTo>
                  <a:pt x="2230180" y="0"/>
                </a:lnTo>
                <a:lnTo>
                  <a:pt x="2230180" y="314849"/>
                </a:lnTo>
                <a:lnTo>
                  <a:pt x="0" y="3148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7475203" cy="9753600"/>
          </a:xfrm>
          <a:custGeom>
            <a:avLst/>
            <a:gdLst/>
            <a:ahLst/>
            <a:cxnLst/>
            <a:rect r="r" b="b" t="t" l="l"/>
            <a:pathLst>
              <a:path h="9753600" w="17475203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54548" y="9391126"/>
            <a:ext cx="2230180" cy="314849"/>
          </a:xfrm>
          <a:custGeom>
            <a:avLst/>
            <a:gdLst/>
            <a:ahLst/>
            <a:cxnLst/>
            <a:rect r="r" b="b" t="t" l="l"/>
            <a:pathLst>
              <a:path h="314849" w="2230180">
                <a:moveTo>
                  <a:pt x="0" y="0"/>
                </a:moveTo>
                <a:lnTo>
                  <a:pt x="2230180" y="0"/>
                </a:lnTo>
                <a:lnTo>
                  <a:pt x="2230180" y="314849"/>
                </a:lnTo>
                <a:lnTo>
                  <a:pt x="0" y="3148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7475203" cy="9753600"/>
          </a:xfrm>
          <a:custGeom>
            <a:avLst/>
            <a:gdLst/>
            <a:ahLst/>
            <a:cxnLst/>
            <a:rect r="r" b="b" t="t" l="l"/>
            <a:pathLst>
              <a:path h="9753600" w="17475203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54548" y="9391126"/>
            <a:ext cx="2230180" cy="314849"/>
          </a:xfrm>
          <a:custGeom>
            <a:avLst/>
            <a:gdLst/>
            <a:ahLst/>
            <a:cxnLst/>
            <a:rect r="r" b="b" t="t" l="l"/>
            <a:pathLst>
              <a:path h="314849" w="2230180">
                <a:moveTo>
                  <a:pt x="0" y="0"/>
                </a:moveTo>
                <a:lnTo>
                  <a:pt x="2230180" y="0"/>
                </a:lnTo>
                <a:lnTo>
                  <a:pt x="2230180" y="314849"/>
                </a:lnTo>
                <a:lnTo>
                  <a:pt x="0" y="3148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7475203" cy="9753600"/>
          </a:xfrm>
          <a:custGeom>
            <a:avLst/>
            <a:gdLst/>
            <a:ahLst/>
            <a:cxnLst/>
            <a:rect r="r" b="b" t="t" l="l"/>
            <a:pathLst>
              <a:path h="9753600" w="17475203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54548" y="9391126"/>
            <a:ext cx="2230180" cy="314849"/>
          </a:xfrm>
          <a:custGeom>
            <a:avLst/>
            <a:gdLst/>
            <a:ahLst/>
            <a:cxnLst/>
            <a:rect r="r" b="b" t="t" l="l"/>
            <a:pathLst>
              <a:path h="314849" w="2230180">
                <a:moveTo>
                  <a:pt x="0" y="0"/>
                </a:moveTo>
                <a:lnTo>
                  <a:pt x="2230180" y="0"/>
                </a:lnTo>
                <a:lnTo>
                  <a:pt x="2230180" y="314849"/>
                </a:lnTo>
                <a:lnTo>
                  <a:pt x="0" y="3148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7475203" cy="9753600"/>
          </a:xfrm>
          <a:custGeom>
            <a:avLst/>
            <a:gdLst/>
            <a:ahLst/>
            <a:cxnLst/>
            <a:rect r="r" b="b" t="t" l="l"/>
            <a:pathLst>
              <a:path h="9753600" w="17475203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54548" y="9391126"/>
            <a:ext cx="2230180" cy="314849"/>
          </a:xfrm>
          <a:custGeom>
            <a:avLst/>
            <a:gdLst/>
            <a:ahLst/>
            <a:cxnLst/>
            <a:rect r="r" b="b" t="t" l="l"/>
            <a:pathLst>
              <a:path h="314849" w="2230180">
                <a:moveTo>
                  <a:pt x="0" y="0"/>
                </a:moveTo>
                <a:lnTo>
                  <a:pt x="2230180" y="0"/>
                </a:lnTo>
                <a:lnTo>
                  <a:pt x="2230180" y="314849"/>
                </a:lnTo>
                <a:lnTo>
                  <a:pt x="0" y="3148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DAG-o4fM-OE</dc:identifier>
  <dcterms:modified xsi:type="dcterms:W3CDTF">2011-08-01T06:04:30Z</dcterms:modified>
  <cp:revision>1</cp:revision>
  <dc:title>Cell_Architecture_Movement_Command.pdf</dc:title>
</cp:coreProperties>
</file>